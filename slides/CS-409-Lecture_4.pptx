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304" r:id="rId11"/>
    <p:sldId id="305" r:id="rId12"/>
    <p:sldId id="30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41194" y="609676"/>
            <a:ext cx="677481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2567686"/>
            <a:ext cx="5307965" cy="405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1447" y="609676"/>
            <a:ext cx="311022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035" y="1706841"/>
            <a:ext cx="10361929" cy="4758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AF5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904" y="309448"/>
            <a:ext cx="92176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Object</a:t>
            </a:r>
            <a:r>
              <a:rPr sz="6000" spc="-85" dirty="0"/>
              <a:t> </a:t>
            </a:r>
            <a:r>
              <a:rPr sz="6000" dirty="0"/>
              <a:t>Oriented</a:t>
            </a:r>
            <a:r>
              <a:rPr sz="6000" spc="-85" dirty="0"/>
              <a:t> </a:t>
            </a:r>
            <a:r>
              <a:rPr sz="6000" spc="-20" dirty="0"/>
              <a:t>Programming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2642997" y="3488577"/>
            <a:ext cx="6904990" cy="1375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0465" marR="1172210" algn="ctr">
              <a:lnSpc>
                <a:spcPct val="125000"/>
              </a:lnSpc>
              <a:spcBef>
                <a:spcPts val="95"/>
              </a:spcBef>
            </a:pPr>
            <a:r>
              <a:rPr lang="en-US" sz="2400" dirty="0">
                <a:latin typeface="Calibri"/>
                <a:cs typeface="Calibri"/>
              </a:rPr>
              <a:t>Nabeela Ashraf</a:t>
            </a:r>
          </a:p>
          <a:p>
            <a:pPr marL="1180465" marR="1172210" algn="ctr">
              <a:lnSpc>
                <a:spcPct val="1250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lang="en-US" sz="2400" spc="-60" dirty="0">
                <a:latin typeface="Calibri"/>
                <a:cs typeface="Calibri"/>
              </a:rPr>
              <a:t>Computer Science </a:t>
            </a:r>
            <a:r>
              <a:rPr lang="en-US" sz="2400" dirty="0">
                <a:latin typeface="Calibri"/>
                <a:cs typeface="Calibri"/>
              </a:rPr>
              <a:t>UAF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58104"/>
            <a:ext cx="2142743" cy="19713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6841"/>
            <a:ext cx="3676650" cy="53027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lang="en-US" sz="2800" dirty="0">
                <a:solidFill>
                  <a:srgbClr val="160C5C"/>
                </a:solidFill>
                <a:latin typeface="Calibri"/>
                <a:cs typeface="Calibri"/>
              </a:rPr>
              <a:t>Pointers with Arrays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83559"/>
            <a:ext cx="4847590" cy="39439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Arrays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5000"/>
              </a:lnSpc>
              <a:spcBef>
                <a:spcPts val="80"/>
              </a:spcBef>
            </a:pPr>
            <a:r>
              <a:rPr sz="2400" dirty="0">
                <a:latin typeface="Calibri"/>
                <a:cs typeface="Calibri"/>
              </a:rPr>
              <a:t>//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notation </a:t>
            </a:r>
            <a:r>
              <a:rPr sz="2400" dirty="0">
                <a:latin typeface="Calibri"/>
                <a:cs typeface="Calibri"/>
              </a:rPr>
              <a:t>#include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&lt;iostream.h&gt;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main()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241300" marR="86995">
              <a:lnSpc>
                <a:spcPct val="1047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int</a:t>
            </a:r>
            <a:r>
              <a:rPr sz="2400" spc="-20" dirty="0">
                <a:latin typeface="Calibri"/>
                <a:cs typeface="Calibri"/>
              </a:rPr>
              <a:t> intarray[5]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54,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77,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52,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93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}; </a:t>
            </a:r>
            <a:r>
              <a:rPr sz="2400" dirty="0">
                <a:latin typeface="Calibri"/>
                <a:cs typeface="Calibri"/>
              </a:rPr>
              <a:t>for(int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j=0;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j&lt;5;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j++)</a:t>
            </a:r>
            <a:endParaRPr sz="2400">
              <a:latin typeface="Calibri"/>
              <a:cs typeface="Calibri"/>
            </a:endParaRPr>
          </a:p>
          <a:p>
            <a:pPr marL="241300" marR="338455" indent="685800">
              <a:lnSpc>
                <a:spcPts val="3020"/>
              </a:lnSpc>
              <a:spcBef>
                <a:spcPts val="120"/>
              </a:spcBef>
            </a:pPr>
            <a:r>
              <a:rPr sz="2400" dirty="0">
                <a:latin typeface="Calibri"/>
                <a:cs typeface="Calibri"/>
              </a:rPr>
              <a:t>cout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*(intarray+j)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&lt;&lt;</a:t>
            </a:r>
            <a:r>
              <a:rPr sz="2400" spc="-10" dirty="0">
                <a:latin typeface="Calibri"/>
                <a:cs typeface="Calibri"/>
              </a:rPr>
              <a:t> endl;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8629" y="3303778"/>
            <a:ext cx="2443480" cy="115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//array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latin typeface="Calibri"/>
                <a:cs typeface="Calibri"/>
              </a:rPr>
              <a:t>//for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libri"/>
                <a:cs typeface="Calibri"/>
              </a:rPr>
              <a:t>//print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200243"/>
            <a:ext cx="10250805" cy="137985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*(intarray+j)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PTRNOTE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intarray[j]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70"/>
              </a:lnSpc>
              <a:spcBef>
                <a:spcPts val="1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*(intarray+j)?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ts val="2290"/>
              </a:lnSpc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equivalent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*(intarray+3).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Represent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(52)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1652"/>
            <a:ext cx="6096635" cy="12998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955"/>
              </a:spcBef>
            </a:pPr>
            <a:r>
              <a:rPr dirty="0"/>
              <a:t>C++</a:t>
            </a:r>
            <a:r>
              <a:rPr spc="-1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10" dirty="0"/>
              <a:t>Pointers</a:t>
            </a: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Arrays: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Counting</a:t>
            </a:r>
            <a:r>
              <a:rPr sz="2800" b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by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integers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0564" y="2055876"/>
            <a:ext cx="4690872" cy="4023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63802"/>
            <a:ext cx="10359390" cy="51155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Constant</a:t>
            </a:r>
            <a:r>
              <a:rPr sz="2800" b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instead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adding j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intarray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step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array 	</a:t>
            </a:r>
            <a:r>
              <a:rPr sz="2800" dirty="0">
                <a:latin typeface="Calibri"/>
                <a:cs typeface="Calibri"/>
              </a:rPr>
              <a:t>addresses,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wanted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increment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operator.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you 	</a:t>
            </a: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*(intarray++)?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answer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no</a:t>
            </a:r>
            <a:endParaRPr sz="4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Reason: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Can’t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constant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way).</a:t>
            </a:r>
            <a:endParaRPr sz="2800">
              <a:latin typeface="Calibri"/>
              <a:cs typeface="Calibri"/>
            </a:endParaRPr>
          </a:p>
          <a:p>
            <a:pPr marL="697230" marR="168275" lvl="1" indent="-227329">
              <a:lnSpc>
                <a:spcPts val="303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expression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intarray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has 	</a:t>
            </a:r>
            <a:r>
              <a:rPr sz="2800" dirty="0">
                <a:latin typeface="Calibri"/>
                <a:cs typeface="Calibri"/>
              </a:rPr>
              <a:t>chosen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array,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until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program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terminates.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spc="-10" dirty="0">
                <a:latin typeface="Calibri"/>
                <a:cs typeface="Calibri"/>
              </a:rPr>
              <a:t>intarray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constant.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can’t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intarray++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7++.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51601"/>
            <a:ext cx="7555230" cy="26111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Arrays</a:t>
            </a:r>
            <a:endParaRPr sz="2800">
              <a:latin typeface="Calibri"/>
              <a:cs typeface="Calibri"/>
            </a:endParaRPr>
          </a:p>
          <a:p>
            <a:pPr marL="12700" marR="3698875">
              <a:lnSpc>
                <a:spcPct val="113999"/>
              </a:lnSpc>
              <a:spcBef>
                <a:spcPts val="30"/>
              </a:spcBef>
            </a:pPr>
            <a:r>
              <a:rPr sz="2400" dirty="0">
                <a:latin typeface="Calibri"/>
                <a:cs typeface="Calibri"/>
              </a:rPr>
              <a:t>//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 </a:t>
            </a:r>
            <a:r>
              <a:rPr sz="2400" b="1" dirty="0">
                <a:latin typeface="Courier New"/>
                <a:cs typeface="Courier New"/>
              </a:rPr>
              <a:t>#include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&lt;iostream.h&gt; </a:t>
            </a: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main()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intarray[]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31,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54,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77,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52,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93</a:t>
            </a:r>
            <a:r>
              <a:rPr sz="2400" b="1" spc="-25" dirty="0">
                <a:latin typeface="Courier New"/>
                <a:cs typeface="Courier New"/>
              </a:rPr>
              <a:t> 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7809" y="3471113"/>
            <a:ext cx="13061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//array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8629" y="3836034"/>
            <a:ext cx="3677285" cy="17056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dirty="0">
                <a:latin typeface="Courier New"/>
                <a:cs typeface="Courier New"/>
              </a:rPr>
              <a:t>//pointer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int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b="1" dirty="0">
                <a:latin typeface="Courier New"/>
                <a:cs typeface="Courier New"/>
              </a:rPr>
              <a:t>//points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intarray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Courier New"/>
                <a:cs typeface="Courier New"/>
              </a:rPr>
              <a:t>//for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each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element,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Courier New"/>
                <a:cs typeface="Courier New"/>
              </a:rPr>
              <a:t>//print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3836034"/>
            <a:ext cx="5824220" cy="212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16505">
              <a:lnSpc>
                <a:spcPct val="114999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int*</a:t>
            </a:r>
            <a:r>
              <a:rPr sz="2400" b="1" spc="-10" dirty="0">
                <a:latin typeface="Courier New"/>
                <a:cs typeface="Courier New"/>
              </a:rPr>
              <a:t> ptrint; </a:t>
            </a:r>
            <a:r>
              <a:rPr sz="2400" b="1" dirty="0">
                <a:latin typeface="Courier New"/>
                <a:cs typeface="Courier New"/>
              </a:rPr>
              <a:t>ptrint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intarray;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dirty="0">
                <a:latin typeface="Courier New"/>
                <a:cs typeface="Courier New"/>
              </a:rPr>
              <a:t>for(int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j=0;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j&lt;5;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  <a:p>
            <a:pPr marL="12700" marR="5080" indent="685800">
              <a:lnSpc>
                <a:spcPts val="3310"/>
              </a:lnSpc>
              <a:spcBef>
                <a:spcPts val="95"/>
              </a:spcBef>
            </a:pPr>
            <a:r>
              <a:rPr sz="2400" b="1" dirty="0">
                <a:latin typeface="Courier New"/>
                <a:cs typeface="Courier New"/>
              </a:rPr>
              <a:t>cout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&lt;&lt;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*(ptrint++)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&lt;&lt;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endl; </a:t>
            </a:r>
            <a:r>
              <a:rPr sz="2400" b="1" dirty="0">
                <a:latin typeface="Courier New"/>
                <a:cs typeface="Courier New"/>
              </a:rPr>
              <a:t>return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989421"/>
            <a:ext cx="2089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63802"/>
            <a:ext cx="10358755" cy="49218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Functions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value,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reference,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8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intended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modify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calling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program, 	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variables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passed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value,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 	</a:t>
            </a:r>
            <a:r>
              <a:rPr sz="2800" dirty="0">
                <a:latin typeface="Calibri"/>
                <a:cs typeface="Calibri"/>
              </a:rPr>
              <a:t>obtains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copy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reference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argument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pointer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situation.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100" y="1211153"/>
            <a:ext cx="4606925" cy="9124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Simple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value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&lt;iostream.h&gt;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100" y="2387600"/>
            <a:ext cx="2749550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8219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var2;</a:t>
            </a:r>
            <a:endParaRPr sz="1800">
              <a:latin typeface="Calibri"/>
              <a:cs typeface="Calibri"/>
            </a:endParaRPr>
          </a:p>
          <a:p>
            <a:pPr marL="241300" marR="718185">
              <a:lnSpc>
                <a:spcPct val="1061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var1=10;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20; </a:t>
            </a:r>
            <a:r>
              <a:rPr sz="1800" spc="-10" dirty="0">
                <a:latin typeface="Calibri"/>
                <a:cs typeface="Calibri"/>
              </a:rPr>
              <a:t>swap(var1, var2); </a:t>
            </a: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y)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x;</a:t>
            </a:r>
            <a:endParaRPr sz="1800">
              <a:latin typeface="Calibri"/>
              <a:cs typeface="Calibri"/>
            </a:endParaRPr>
          </a:p>
          <a:p>
            <a:pPr marL="292735" marR="1965325">
              <a:lnSpc>
                <a:spcPct val="1061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y;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z;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&lt;&lt;"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"&lt;&lt;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&lt;&lt;endl;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0684" y="2405888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0684" y="3864609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//swap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447" y="609676"/>
            <a:ext cx="311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8100" y="1211153"/>
            <a:ext cx="4911725" cy="9124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1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18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Passing</a:t>
            </a:r>
            <a:r>
              <a:rPr sz="18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Reference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arguments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reference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#include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&lt;iostream.h&gt;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100" y="2387600"/>
            <a:ext cx="3364229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1115">
              <a:lnSpc>
                <a:spcPct val="1067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swap(int&amp;,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int&amp;);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var2;</a:t>
            </a:r>
            <a:endParaRPr sz="1800">
              <a:latin typeface="Calibri"/>
              <a:cs typeface="Calibri"/>
            </a:endParaRPr>
          </a:p>
          <a:p>
            <a:pPr marL="241300" marR="1332865">
              <a:lnSpc>
                <a:spcPct val="1061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var1=10;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20; </a:t>
            </a:r>
            <a:r>
              <a:rPr sz="1800" spc="-10" dirty="0">
                <a:latin typeface="Calibri"/>
                <a:cs typeface="Calibri"/>
              </a:rPr>
              <a:t>swap(var1, var2);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cout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var1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&lt;&lt;“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”&lt;&lt;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&lt;&lt;endl;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return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latin typeface="Calibri"/>
                <a:cs typeface="Calibri"/>
              </a:rPr>
              <a:t>void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swap(int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&amp;x,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&amp;y)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92735" marR="2293620">
              <a:lnSpc>
                <a:spcPct val="106100"/>
              </a:lnSpc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x;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y;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z;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5084" y="2405888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//prototype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5084" y="3864609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//swap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C++</a:t>
            </a:r>
            <a:r>
              <a:rPr spc="-2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3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38452"/>
            <a:ext cx="5038725" cy="958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0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0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0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Array</a:t>
            </a:r>
            <a:r>
              <a:rPr sz="20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Passed</a:t>
            </a:r>
            <a:r>
              <a:rPr sz="20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by</a:t>
            </a:r>
            <a:r>
              <a:rPr sz="20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//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000" dirty="0">
                <a:latin typeface="Calibri"/>
                <a:cs typeface="Calibri"/>
              </a:rPr>
              <a:t>#include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&lt;iostream.h&gt;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276094"/>
            <a:ext cx="2580640" cy="640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const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5;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centimize(double*);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175" y="2276094"/>
            <a:ext cx="2906395" cy="640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//number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elements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00" spc="-10" dirty="0">
                <a:latin typeface="Calibri"/>
                <a:cs typeface="Calibri"/>
              </a:rPr>
              <a:t>//prototype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205429"/>
            <a:ext cx="5633085" cy="951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main()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2000" dirty="0">
                <a:latin typeface="Calibri"/>
                <a:cs typeface="Calibri"/>
              </a:rPr>
              <a:t>double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varray[MAX]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10.0,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43.1,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95.9,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59.7,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87.3</a:t>
            </a:r>
            <a:r>
              <a:rPr sz="2000" spc="-25" dirty="0">
                <a:latin typeface="Calibri"/>
                <a:cs typeface="Calibri"/>
              </a:rPr>
              <a:t> };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539" y="4135627"/>
            <a:ext cx="2375535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centimize(varray);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for(int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j=0;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j&lt;MAX;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j++)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175" y="4135627"/>
            <a:ext cx="3580129" cy="640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//change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varray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cm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spc="-10" dirty="0">
                <a:latin typeface="Calibri"/>
                <a:cs typeface="Calibri"/>
              </a:rPr>
              <a:t>//display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539" y="4756150"/>
            <a:ext cx="6978650" cy="9499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65"/>
              </a:spcBef>
            </a:pPr>
            <a:r>
              <a:rPr sz="2000" dirty="0">
                <a:latin typeface="Calibri"/>
                <a:cs typeface="Calibri"/>
              </a:rPr>
              <a:t>cout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“varray[”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“]=”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varray[j]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&lt;&lt;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centimeters”</a:t>
            </a:r>
            <a:r>
              <a:rPr sz="2000" dirty="0">
                <a:latin typeface="Calibri"/>
                <a:cs typeface="Calibri"/>
              </a:rPr>
              <a:t> &lt;&lt;</a:t>
            </a:r>
            <a:r>
              <a:rPr sz="2000" spc="-10" dirty="0">
                <a:latin typeface="Calibri"/>
                <a:cs typeface="Calibri"/>
              </a:rPr>
              <a:t> endl; </a:t>
            </a:r>
            <a:r>
              <a:rPr sz="2000" dirty="0">
                <a:latin typeface="Calibri"/>
                <a:cs typeface="Calibri"/>
              </a:rPr>
              <a:t>return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centimize(double*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ptrd)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5685535"/>
            <a:ext cx="1060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1594" y="5685535"/>
            <a:ext cx="6356350" cy="641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for(int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j=0;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j&lt;MAX;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j++)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2755900" algn="l"/>
              </a:tabLst>
            </a:pPr>
            <a:r>
              <a:rPr sz="2000" dirty="0">
                <a:latin typeface="Calibri"/>
                <a:cs typeface="Calibri"/>
              </a:rPr>
              <a:t>*ptrd++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2.54;</a:t>
            </a:r>
            <a:r>
              <a:rPr sz="2000" dirty="0">
                <a:latin typeface="Calibri"/>
                <a:cs typeface="Calibri"/>
              </a:rPr>
              <a:t>	//ptrd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varray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539" y="6304889"/>
            <a:ext cx="106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59822"/>
            <a:ext cx="7041515" cy="136842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285"/>
              </a:spcBef>
            </a:pPr>
            <a:r>
              <a:rPr dirty="0"/>
              <a:t>C++</a:t>
            </a:r>
            <a:r>
              <a:rPr spc="-1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spc="-10" dirty="0"/>
              <a:t>Pointers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Pointers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and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Functions: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Array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Passed</a:t>
            </a:r>
            <a:r>
              <a:rPr sz="2800" b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by</a:t>
            </a:r>
            <a:r>
              <a:rPr sz="2800" b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Pointer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439" y="1828800"/>
            <a:ext cx="5913120" cy="4634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00" y="2190750"/>
            <a:ext cx="2964815" cy="193675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 marR="5080" indent="188595">
              <a:lnSpc>
                <a:spcPts val="7130"/>
              </a:lnSpc>
              <a:spcBef>
                <a:spcPts val="985"/>
              </a:spcBef>
            </a:pPr>
            <a:r>
              <a:rPr sz="6600" dirty="0"/>
              <a:t>Have</a:t>
            </a:r>
            <a:r>
              <a:rPr sz="6600" spc="-270" dirty="0"/>
              <a:t> </a:t>
            </a:r>
            <a:r>
              <a:rPr sz="6600" spc="-50" dirty="0"/>
              <a:t>a </a:t>
            </a:r>
            <a:r>
              <a:rPr sz="6600" dirty="0"/>
              <a:t>Nice</a:t>
            </a:r>
            <a:r>
              <a:rPr sz="6600" spc="-140" dirty="0"/>
              <a:t> </a:t>
            </a:r>
            <a:r>
              <a:rPr sz="6600" spc="-25" dirty="0"/>
              <a:t>Day</a:t>
            </a:r>
            <a:endParaRPr sz="6600"/>
          </a:p>
        </p:txBody>
      </p:sp>
      <p:grpSp>
        <p:nvGrpSpPr>
          <p:cNvPr id="3" name="object 3"/>
          <p:cNvGrpSpPr/>
          <p:nvPr/>
        </p:nvGrpSpPr>
        <p:grpSpPr>
          <a:xfrm>
            <a:off x="624636" y="4374975"/>
            <a:ext cx="3293745" cy="85090"/>
            <a:chOff x="624636" y="4374975"/>
            <a:chExt cx="3293745" cy="85090"/>
          </a:xfrm>
        </p:grpSpPr>
        <p:sp>
          <p:nvSpPr>
            <p:cNvPr id="4" name="object 4"/>
            <p:cNvSpPr/>
            <p:nvPr/>
          </p:nvSpPr>
          <p:spPr>
            <a:xfrm>
              <a:off x="643889" y="4398882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4">
                  <a:moveTo>
                    <a:pt x="951941" y="23"/>
                  </a:moveTo>
                  <a:lnTo>
                    <a:pt x="910692" y="0"/>
                  </a:lnTo>
                  <a:lnTo>
                    <a:pt x="870783" y="747"/>
                  </a:lnTo>
                  <a:lnTo>
                    <a:pt x="830133" y="2115"/>
                  </a:lnTo>
                  <a:lnTo>
                    <a:pt x="682926" y="8452"/>
                  </a:lnTo>
                  <a:lnTo>
                    <a:pt x="558271" y="12970"/>
                  </a:lnTo>
                  <a:lnTo>
                    <a:pt x="409554" y="18911"/>
                  </a:lnTo>
                  <a:lnTo>
                    <a:pt x="365953" y="20334"/>
                  </a:lnTo>
                  <a:lnTo>
                    <a:pt x="322995" y="21289"/>
                  </a:lnTo>
                  <a:lnTo>
                    <a:pt x="279274" y="21661"/>
                  </a:lnTo>
                  <a:lnTo>
                    <a:pt x="233383" y="21338"/>
                  </a:lnTo>
                  <a:lnTo>
                    <a:pt x="183916" y="20205"/>
                  </a:lnTo>
                  <a:lnTo>
                    <a:pt x="129467" y="18149"/>
                  </a:lnTo>
                  <a:lnTo>
                    <a:pt x="68630" y="15056"/>
                  </a:lnTo>
                  <a:lnTo>
                    <a:pt x="0" y="10811"/>
                  </a:lnTo>
                  <a:lnTo>
                    <a:pt x="368" y="17669"/>
                  </a:lnTo>
                  <a:lnTo>
                    <a:pt x="838" y="20336"/>
                  </a:lnTo>
                  <a:lnTo>
                    <a:pt x="0" y="29099"/>
                  </a:lnTo>
                  <a:lnTo>
                    <a:pt x="45461" y="28816"/>
                  </a:lnTo>
                  <a:lnTo>
                    <a:pt x="90446" y="28905"/>
                  </a:lnTo>
                  <a:lnTo>
                    <a:pt x="135407" y="29276"/>
                  </a:lnTo>
                  <a:lnTo>
                    <a:pt x="375756" y="32283"/>
                  </a:lnTo>
                  <a:lnTo>
                    <a:pt x="430114" y="32495"/>
                  </a:lnTo>
                  <a:lnTo>
                    <a:pt x="487627" y="32372"/>
                  </a:lnTo>
                  <a:lnTo>
                    <a:pt x="548750" y="31823"/>
                  </a:lnTo>
                  <a:lnTo>
                    <a:pt x="613936" y="30762"/>
                  </a:lnTo>
                  <a:lnTo>
                    <a:pt x="752525" y="27588"/>
                  </a:lnTo>
                  <a:lnTo>
                    <a:pt x="815491" y="26932"/>
                  </a:lnTo>
                  <a:lnTo>
                    <a:pt x="873298" y="26966"/>
                  </a:lnTo>
                  <a:lnTo>
                    <a:pt x="926705" y="27526"/>
                  </a:lnTo>
                  <a:lnTo>
                    <a:pt x="976472" y="28447"/>
                  </a:lnTo>
                  <a:lnTo>
                    <a:pt x="1111518" y="31735"/>
                  </a:lnTo>
                  <a:lnTo>
                    <a:pt x="1154314" y="32458"/>
                  </a:lnTo>
                  <a:lnTo>
                    <a:pt x="1197265" y="32720"/>
                  </a:lnTo>
                  <a:lnTo>
                    <a:pt x="1241131" y="32357"/>
                  </a:lnTo>
                  <a:lnTo>
                    <a:pt x="1286670" y="31205"/>
                  </a:lnTo>
                  <a:lnTo>
                    <a:pt x="1389143" y="26494"/>
                  </a:lnTo>
                  <a:lnTo>
                    <a:pt x="1437057" y="24823"/>
                  </a:lnTo>
                  <a:lnTo>
                    <a:pt x="1480302" y="23947"/>
                  </a:lnTo>
                  <a:lnTo>
                    <a:pt x="1520795" y="23729"/>
                  </a:lnTo>
                  <a:lnTo>
                    <a:pt x="1560450" y="24033"/>
                  </a:lnTo>
                  <a:lnTo>
                    <a:pt x="1749023" y="27708"/>
                  </a:lnTo>
                  <a:lnTo>
                    <a:pt x="1813236" y="28555"/>
                  </a:lnTo>
                  <a:lnTo>
                    <a:pt x="1888109" y="29099"/>
                  </a:lnTo>
                  <a:lnTo>
                    <a:pt x="1951082" y="28991"/>
                  </a:lnTo>
                  <a:lnTo>
                    <a:pt x="2012907" y="28233"/>
                  </a:lnTo>
                  <a:lnTo>
                    <a:pt x="2073418" y="26991"/>
                  </a:lnTo>
                  <a:lnTo>
                    <a:pt x="2132445" y="25434"/>
                  </a:lnTo>
                  <a:lnTo>
                    <a:pt x="2298954" y="20527"/>
                  </a:lnTo>
                  <a:lnTo>
                    <a:pt x="2350372" y="19369"/>
                  </a:lnTo>
                  <a:lnTo>
                    <a:pt x="2399469" y="18727"/>
                  </a:lnTo>
                  <a:lnTo>
                    <a:pt x="2446077" y="18769"/>
                  </a:lnTo>
                  <a:lnTo>
                    <a:pt x="2490028" y="19660"/>
                  </a:lnTo>
                  <a:lnTo>
                    <a:pt x="2531154" y="21568"/>
                  </a:lnTo>
                  <a:lnTo>
                    <a:pt x="2569288" y="24659"/>
                  </a:lnTo>
                  <a:lnTo>
                    <a:pt x="2604262" y="29099"/>
                  </a:lnTo>
                  <a:lnTo>
                    <a:pt x="2643589" y="33817"/>
                  </a:lnTo>
                  <a:lnTo>
                    <a:pt x="2689040" y="36974"/>
                  </a:lnTo>
                  <a:lnTo>
                    <a:pt x="2739433" y="38781"/>
                  </a:lnTo>
                  <a:lnTo>
                    <a:pt x="2793586" y="39450"/>
                  </a:lnTo>
                  <a:lnTo>
                    <a:pt x="2850318" y="39192"/>
                  </a:lnTo>
                  <a:lnTo>
                    <a:pt x="2908448" y="38218"/>
                  </a:lnTo>
                  <a:lnTo>
                    <a:pt x="2966795" y="36740"/>
                  </a:lnTo>
                  <a:lnTo>
                    <a:pt x="3178718" y="30003"/>
                  </a:lnTo>
                  <a:lnTo>
                    <a:pt x="3220426" y="29170"/>
                  </a:lnTo>
                  <a:lnTo>
                    <a:pt x="3255264" y="29099"/>
                  </a:lnTo>
                  <a:lnTo>
                    <a:pt x="3255645" y="20336"/>
                  </a:lnTo>
                  <a:lnTo>
                    <a:pt x="3255010" y="15256"/>
                  </a:lnTo>
                  <a:lnTo>
                    <a:pt x="3255264" y="10811"/>
                  </a:lnTo>
                  <a:lnTo>
                    <a:pt x="3201583" y="15835"/>
                  </a:lnTo>
                  <a:lnTo>
                    <a:pt x="3146724" y="18950"/>
                  </a:lnTo>
                  <a:lnTo>
                    <a:pt x="3091083" y="20431"/>
                  </a:lnTo>
                  <a:lnTo>
                    <a:pt x="3035056" y="20552"/>
                  </a:lnTo>
                  <a:lnTo>
                    <a:pt x="2979039" y="19588"/>
                  </a:lnTo>
                  <a:lnTo>
                    <a:pt x="2923428" y="17816"/>
                  </a:lnTo>
                  <a:lnTo>
                    <a:pt x="2868620" y="15508"/>
                  </a:lnTo>
                  <a:lnTo>
                    <a:pt x="2712974" y="8130"/>
                  </a:lnTo>
                  <a:lnTo>
                    <a:pt x="2665338" y="6435"/>
                  </a:lnTo>
                  <a:lnTo>
                    <a:pt x="2620487" y="5581"/>
                  </a:lnTo>
                  <a:lnTo>
                    <a:pt x="2578816" y="5842"/>
                  </a:lnTo>
                  <a:lnTo>
                    <a:pt x="2540721" y="7494"/>
                  </a:lnTo>
                  <a:lnTo>
                    <a:pt x="2463528" y="15080"/>
                  </a:lnTo>
                  <a:lnTo>
                    <a:pt x="2415144" y="17496"/>
                  </a:lnTo>
                  <a:lnTo>
                    <a:pt x="2362579" y="18384"/>
                  </a:lnTo>
                  <a:lnTo>
                    <a:pt x="2306964" y="18064"/>
                  </a:lnTo>
                  <a:lnTo>
                    <a:pt x="2249432" y="16861"/>
                  </a:lnTo>
                  <a:lnTo>
                    <a:pt x="2191115" y="15097"/>
                  </a:lnTo>
                  <a:lnTo>
                    <a:pt x="2076652" y="11178"/>
                  </a:lnTo>
                  <a:lnTo>
                    <a:pt x="2022770" y="9668"/>
                  </a:lnTo>
                  <a:lnTo>
                    <a:pt x="1972631" y="8889"/>
                  </a:lnTo>
                  <a:lnTo>
                    <a:pt x="1927367" y="9162"/>
                  </a:lnTo>
                  <a:lnTo>
                    <a:pt x="1888109" y="10811"/>
                  </a:lnTo>
                  <a:lnTo>
                    <a:pt x="1854929" y="12896"/>
                  </a:lnTo>
                  <a:lnTo>
                    <a:pt x="1817241" y="14917"/>
                  </a:lnTo>
                  <a:lnTo>
                    <a:pt x="1775479" y="16809"/>
                  </a:lnTo>
                  <a:lnTo>
                    <a:pt x="1730080" y="18509"/>
                  </a:lnTo>
                  <a:lnTo>
                    <a:pt x="1681479" y="19952"/>
                  </a:lnTo>
                  <a:lnTo>
                    <a:pt x="1630114" y="21075"/>
                  </a:lnTo>
                  <a:lnTo>
                    <a:pt x="1576419" y="21813"/>
                  </a:lnTo>
                  <a:lnTo>
                    <a:pt x="1520830" y="22101"/>
                  </a:lnTo>
                  <a:lnTo>
                    <a:pt x="1463785" y="21877"/>
                  </a:lnTo>
                  <a:lnTo>
                    <a:pt x="1405718" y="21075"/>
                  </a:lnTo>
                  <a:lnTo>
                    <a:pt x="1347065" y="19632"/>
                  </a:lnTo>
                  <a:lnTo>
                    <a:pt x="1288263" y="17483"/>
                  </a:lnTo>
                  <a:lnTo>
                    <a:pt x="1229748" y="14564"/>
                  </a:lnTo>
                  <a:lnTo>
                    <a:pt x="1104537" y="6211"/>
                  </a:lnTo>
                  <a:lnTo>
                    <a:pt x="1046782" y="2979"/>
                  </a:lnTo>
                  <a:lnTo>
                    <a:pt x="996610" y="966"/>
                  </a:lnTo>
                  <a:lnTo>
                    <a:pt x="951941" y="2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686" y="4394025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03" y="15668"/>
                  </a:moveTo>
                  <a:lnTo>
                    <a:pt x="59845" y="10650"/>
                  </a:lnTo>
                  <a:lnTo>
                    <a:pt x="118558" y="6628"/>
                  </a:lnTo>
                  <a:lnTo>
                    <a:pt x="176179" y="3577"/>
                  </a:lnTo>
                  <a:lnTo>
                    <a:pt x="232544" y="1472"/>
                  </a:lnTo>
                  <a:lnTo>
                    <a:pt x="287492" y="288"/>
                  </a:lnTo>
                  <a:lnTo>
                    <a:pt x="340858" y="0"/>
                  </a:lnTo>
                  <a:lnTo>
                    <a:pt x="392479" y="581"/>
                  </a:lnTo>
                  <a:lnTo>
                    <a:pt x="442193" y="2009"/>
                  </a:lnTo>
                  <a:lnTo>
                    <a:pt x="489835" y="4256"/>
                  </a:lnTo>
                  <a:lnTo>
                    <a:pt x="535244" y="7298"/>
                  </a:lnTo>
                  <a:lnTo>
                    <a:pt x="578255" y="11111"/>
                  </a:lnTo>
                  <a:lnTo>
                    <a:pt x="618705" y="15668"/>
                  </a:lnTo>
                  <a:lnTo>
                    <a:pt x="655602" y="19572"/>
                  </a:lnTo>
                  <a:lnTo>
                    <a:pt x="694178" y="22295"/>
                  </a:lnTo>
                  <a:lnTo>
                    <a:pt x="734574" y="23982"/>
                  </a:lnTo>
                  <a:lnTo>
                    <a:pt x="776931" y="24777"/>
                  </a:lnTo>
                  <a:lnTo>
                    <a:pt x="821391" y="24825"/>
                  </a:lnTo>
                  <a:lnTo>
                    <a:pt x="868094" y="24270"/>
                  </a:lnTo>
                  <a:lnTo>
                    <a:pt x="917183" y="23258"/>
                  </a:lnTo>
                  <a:lnTo>
                    <a:pt x="968797" y="21932"/>
                  </a:lnTo>
                  <a:lnTo>
                    <a:pt x="1023078" y="20438"/>
                  </a:lnTo>
                  <a:lnTo>
                    <a:pt x="1080167" y="18920"/>
                  </a:lnTo>
                  <a:lnTo>
                    <a:pt x="1140206" y="17522"/>
                  </a:lnTo>
                  <a:lnTo>
                    <a:pt x="1203334" y="16390"/>
                  </a:lnTo>
                  <a:lnTo>
                    <a:pt x="1269695" y="15668"/>
                  </a:lnTo>
                  <a:lnTo>
                    <a:pt x="1335573" y="15443"/>
                  </a:lnTo>
                  <a:lnTo>
                    <a:pt x="1397479" y="15638"/>
                  </a:lnTo>
                  <a:lnTo>
                    <a:pt x="1455893" y="16147"/>
                  </a:lnTo>
                  <a:lnTo>
                    <a:pt x="1511294" y="16867"/>
                  </a:lnTo>
                  <a:lnTo>
                    <a:pt x="1564161" y="17694"/>
                  </a:lnTo>
                  <a:lnTo>
                    <a:pt x="1614972" y="18523"/>
                  </a:lnTo>
                  <a:lnTo>
                    <a:pt x="1664207" y="19252"/>
                  </a:lnTo>
                  <a:lnTo>
                    <a:pt x="1712345" y="19775"/>
                  </a:lnTo>
                  <a:lnTo>
                    <a:pt x="1759864" y="19988"/>
                  </a:lnTo>
                  <a:lnTo>
                    <a:pt x="1807243" y="19789"/>
                  </a:lnTo>
                  <a:lnTo>
                    <a:pt x="1854963" y="19071"/>
                  </a:lnTo>
                  <a:lnTo>
                    <a:pt x="1903500" y="17732"/>
                  </a:lnTo>
                  <a:lnTo>
                    <a:pt x="1953336" y="15668"/>
                  </a:lnTo>
                  <a:lnTo>
                    <a:pt x="2005009" y="13799"/>
                  </a:lnTo>
                  <a:lnTo>
                    <a:pt x="2058446" y="12982"/>
                  </a:lnTo>
                  <a:lnTo>
                    <a:pt x="2113210" y="13015"/>
                  </a:lnTo>
                  <a:lnTo>
                    <a:pt x="2168858" y="13695"/>
                  </a:lnTo>
                  <a:lnTo>
                    <a:pt x="2224952" y="14822"/>
                  </a:lnTo>
                  <a:lnTo>
                    <a:pt x="2281053" y="16193"/>
                  </a:lnTo>
                  <a:lnTo>
                    <a:pt x="2336719" y="17606"/>
                  </a:lnTo>
                  <a:lnTo>
                    <a:pt x="2391511" y="18859"/>
                  </a:lnTo>
                  <a:lnTo>
                    <a:pt x="2444991" y="19751"/>
                  </a:lnTo>
                  <a:lnTo>
                    <a:pt x="2496717" y="20080"/>
                  </a:lnTo>
                  <a:lnTo>
                    <a:pt x="2546249" y="19644"/>
                  </a:lnTo>
                  <a:lnTo>
                    <a:pt x="2593149" y="18240"/>
                  </a:lnTo>
                  <a:lnTo>
                    <a:pt x="2636977" y="15668"/>
                  </a:lnTo>
                  <a:lnTo>
                    <a:pt x="2684956" y="12838"/>
                  </a:lnTo>
                  <a:lnTo>
                    <a:pt x="2736916" y="11197"/>
                  </a:lnTo>
                  <a:lnTo>
                    <a:pt x="2791855" y="10542"/>
                  </a:lnTo>
                  <a:lnTo>
                    <a:pt x="2848775" y="10673"/>
                  </a:lnTo>
                  <a:lnTo>
                    <a:pt x="2906676" y="11385"/>
                  </a:lnTo>
                  <a:lnTo>
                    <a:pt x="2964557" y="12477"/>
                  </a:lnTo>
                  <a:lnTo>
                    <a:pt x="3021420" y="13747"/>
                  </a:lnTo>
                  <a:lnTo>
                    <a:pt x="3076265" y="14991"/>
                  </a:lnTo>
                  <a:lnTo>
                    <a:pt x="3128092" y="16007"/>
                  </a:lnTo>
                  <a:lnTo>
                    <a:pt x="3175901" y="16594"/>
                  </a:lnTo>
                  <a:lnTo>
                    <a:pt x="3218692" y="16549"/>
                  </a:lnTo>
                  <a:lnTo>
                    <a:pt x="3255467" y="15668"/>
                  </a:lnTo>
                  <a:lnTo>
                    <a:pt x="3254705" y="23796"/>
                  </a:lnTo>
                  <a:lnTo>
                    <a:pt x="3255086" y="27733"/>
                  </a:lnTo>
                  <a:lnTo>
                    <a:pt x="3255467" y="33956"/>
                  </a:lnTo>
                  <a:lnTo>
                    <a:pt x="3216374" y="34716"/>
                  </a:lnTo>
                  <a:lnTo>
                    <a:pt x="3171163" y="34943"/>
                  </a:lnTo>
                  <a:lnTo>
                    <a:pt x="3120898" y="34740"/>
                  </a:lnTo>
                  <a:lnTo>
                    <a:pt x="3066647" y="34212"/>
                  </a:lnTo>
                  <a:lnTo>
                    <a:pt x="3009474" y="33463"/>
                  </a:lnTo>
                  <a:lnTo>
                    <a:pt x="2950446" y="32597"/>
                  </a:lnTo>
                  <a:lnTo>
                    <a:pt x="2890627" y="31718"/>
                  </a:lnTo>
                  <a:lnTo>
                    <a:pt x="2831085" y="30930"/>
                  </a:lnTo>
                  <a:lnTo>
                    <a:pt x="2772885" y="30338"/>
                  </a:lnTo>
                  <a:lnTo>
                    <a:pt x="2717092" y="30046"/>
                  </a:lnTo>
                  <a:lnTo>
                    <a:pt x="2664773" y="30158"/>
                  </a:lnTo>
                  <a:lnTo>
                    <a:pt x="2616993" y="30777"/>
                  </a:lnTo>
                  <a:lnTo>
                    <a:pt x="2574818" y="32008"/>
                  </a:lnTo>
                  <a:lnTo>
                    <a:pt x="2539314" y="33956"/>
                  </a:lnTo>
                  <a:lnTo>
                    <a:pt x="2505914" y="35586"/>
                  </a:lnTo>
                  <a:lnTo>
                    <a:pt x="2429882" y="35335"/>
                  </a:lnTo>
                  <a:lnTo>
                    <a:pt x="2387439" y="33956"/>
                  </a:lnTo>
                  <a:lnTo>
                    <a:pt x="2342169" y="32075"/>
                  </a:lnTo>
                  <a:lnTo>
                    <a:pt x="2294169" y="29944"/>
                  </a:lnTo>
                  <a:lnTo>
                    <a:pt x="2243531" y="27812"/>
                  </a:lnTo>
                  <a:lnTo>
                    <a:pt x="2190350" y="25932"/>
                  </a:lnTo>
                  <a:lnTo>
                    <a:pt x="2134722" y="24553"/>
                  </a:lnTo>
                  <a:lnTo>
                    <a:pt x="2076739" y="23926"/>
                  </a:lnTo>
                  <a:lnTo>
                    <a:pt x="2016498" y="24302"/>
                  </a:lnTo>
                  <a:lnTo>
                    <a:pt x="1954091" y="25932"/>
                  </a:lnTo>
                  <a:lnTo>
                    <a:pt x="1889614" y="29066"/>
                  </a:lnTo>
                  <a:lnTo>
                    <a:pt x="1823161" y="33956"/>
                  </a:lnTo>
                  <a:lnTo>
                    <a:pt x="1755167" y="39361"/>
                  </a:lnTo>
                  <a:lnTo>
                    <a:pt x="1695419" y="43109"/>
                  </a:lnTo>
                  <a:lnTo>
                    <a:pt x="1642482" y="45407"/>
                  </a:lnTo>
                  <a:lnTo>
                    <a:pt x="1594923" y="46461"/>
                  </a:lnTo>
                  <a:lnTo>
                    <a:pt x="1551306" y="46477"/>
                  </a:lnTo>
                  <a:lnTo>
                    <a:pt x="1510197" y="45661"/>
                  </a:lnTo>
                  <a:lnTo>
                    <a:pt x="1470162" y="44219"/>
                  </a:lnTo>
                  <a:lnTo>
                    <a:pt x="1429765" y="42357"/>
                  </a:lnTo>
                  <a:lnTo>
                    <a:pt x="1387573" y="40280"/>
                  </a:lnTo>
                  <a:lnTo>
                    <a:pt x="1342151" y="38196"/>
                  </a:lnTo>
                  <a:lnTo>
                    <a:pt x="1292064" y="36310"/>
                  </a:lnTo>
                  <a:lnTo>
                    <a:pt x="1235878" y="34828"/>
                  </a:lnTo>
                  <a:lnTo>
                    <a:pt x="1172159" y="33956"/>
                  </a:lnTo>
                  <a:lnTo>
                    <a:pt x="1133587" y="33803"/>
                  </a:lnTo>
                  <a:lnTo>
                    <a:pt x="1094660" y="33886"/>
                  </a:lnTo>
                  <a:lnTo>
                    <a:pt x="1055269" y="34174"/>
                  </a:lnTo>
                  <a:lnTo>
                    <a:pt x="1015303" y="34634"/>
                  </a:lnTo>
                  <a:lnTo>
                    <a:pt x="974652" y="35236"/>
                  </a:lnTo>
                  <a:lnTo>
                    <a:pt x="933205" y="35946"/>
                  </a:lnTo>
                  <a:lnTo>
                    <a:pt x="890853" y="36734"/>
                  </a:lnTo>
                  <a:lnTo>
                    <a:pt x="847486" y="37567"/>
                  </a:lnTo>
                  <a:lnTo>
                    <a:pt x="802993" y="38415"/>
                  </a:lnTo>
                  <a:lnTo>
                    <a:pt x="757264" y="39244"/>
                  </a:lnTo>
                  <a:lnTo>
                    <a:pt x="710189" y="40024"/>
                  </a:lnTo>
                  <a:lnTo>
                    <a:pt x="661658" y="40723"/>
                  </a:lnTo>
                  <a:lnTo>
                    <a:pt x="611560" y="41308"/>
                  </a:lnTo>
                  <a:lnTo>
                    <a:pt x="559786" y="41749"/>
                  </a:lnTo>
                  <a:lnTo>
                    <a:pt x="506226" y="42013"/>
                  </a:lnTo>
                  <a:lnTo>
                    <a:pt x="450768" y="42068"/>
                  </a:lnTo>
                  <a:lnTo>
                    <a:pt x="393304" y="41884"/>
                  </a:lnTo>
                  <a:lnTo>
                    <a:pt x="333722" y="41427"/>
                  </a:lnTo>
                  <a:lnTo>
                    <a:pt x="271914" y="40667"/>
                  </a:lnTo>
                  <a:lnTo>
                    <a:pt x="207767" y="39572"/>
                  </a:lnTo>
                  <a:lnTo>
                    <a:pt x="141174" y="38110"/>
                  </a:lnTo>
                  <a:lnTo>
                    <a:pt x="72022" y="36248"/>
                  </a:lnTo>
                  <a:lnTo>
                    <a:pt x="203" y="33956"/>
                  </a:lnTo>
                  <a:lnTo>
                    <a:pt x="152" y="28114"/>
                  </a:lnTo>
                  <a:lnTo>
                    <a:pt x="0" y="22145"/>
                  </a:lnTo>
                  <a:lnTo>
                    <a:pt x="203" y="15668"/>
                  </a:lnTo>
                  <a:close/>
                </a:path>
              </a:pathLst>
            </a:custGeom>
            <a:ln w="381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8154" y="1296527"/>
            <a:ext cx="6366898" cy="4336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799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Calibri Light</vt:lpstr>
      <vt:lpstr>Courier New</vt:lpstr>
      <vt:lpstr>Office Theme</vt:lpstr>
      <vt:lpstr>Object Oriented Programming</vt:lpstr>
      <vt:lpstr>C++ : Pointers</vt:lpstr>
      <vt:lpstr>C++ : Pointers</vt:lpstr>
      <vt:lpstr>C++ : Pointers Pointers and Arrays: Counting by integers</vt:lpstr>
      <vt:lpstr>C++ : Pointers</vt:lpstr>
      <vt:lpstr>C++ : Pointers</vt:lpstr>
      <vt:lpstr>C++ : Pointers</vt:lpstr>
      <vt:lpstr>C++ : Pointers</vt:lpstr>
      <vt:lpstr>C++ : Pointers</vt:lpstr>
      <vt:lpstr>C++ : Pointers</vt:lpstr>
      <vt:lpstr>C++ : Pointers Pointers and Functions: Array Passed by Pointer</vt:lpstr>
      <vt:lpstr>Have a Nice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Imran Babar</dc:creator>
  <cp:lastModifiedBy>Nabeela Ashraf</cp:lastModifiedBy>
  <cp:revision>7</cp:revision>
  <dcterms:created xsi:type="dcterms:W3CDTF">2025-10-13T06:47:52Z</dcterms:created>
  <dcterms:modified xsi:type="dcterms:W3CDTF">2025-10-13T06:51:15Z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2025-10-13T00:00:00Z</vt:filetime>
  </property>
  <property fmtid="{D5CDD505-2E9C-101B-9397-08002B2CF9AE}" pid="5" name="Producer">
    <vt:lpwstr>Microsoft® PowerPoint® for Microsoft 365</vt:lpwstr>
  </property>
</Properties>
</file>